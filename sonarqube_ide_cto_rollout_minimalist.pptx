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658368"/>
            <a:ext cx="2057400" cy="310896"/>
          </a:xfrm>
          <a:prstGeom prst="roundRect">
            <a:avLst>
              <a:gd name="adj" fmla="val 35294"/>
            </a:avLst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6092"/>
            <a:ext cx="1837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1: STANDALONE MODE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SonarQube for IDE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13232" y="215798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code quality and security feedback inside VS Code.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" y="29718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3246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35935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Catch maintainability, reliability and security issues before code reaches pull request or CI.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028432" y="1389888"/>
            <a:ext cx="3310128" cy="3611880"/>
          </a:xfrm>
          <a:prstGeom prst="roundRect">
            <a:avLst>
              <a:gd name="adj" fmla="val 4972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7739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feedback loop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7532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Write code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75320" y="3081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Find issue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75320" y="38313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Fix before PR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265408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" y="6345936"/>
            <a:ext cx="108173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just another linter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13232" y="135331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SonarQube looks for risk, not only style.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901952"/>
            <a:ext cx="480060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56832" y="1901952"/>
            <a:ext cx="4800600" cy="3063240"/>
          </a:xfrm>
          <a:prstGeom prst="roundRect">
            <a:avLst>
              <a:gd name="adj" fmla="val 5373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linting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60704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Format, syntax, style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78992" y="320040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127248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Naming and formatting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78992" y="36393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566160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language mistakes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78992" y="407822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4005072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Mostly line-level checks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04304" y="2240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SonarQube for IDE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22592" y="2651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Quality, reliability, security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59168" y="312724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0336" y="3054096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bugs and logic risks</a:t>
            </a:r>
            <a:endParaRPr lang="en-US" sz="1480" dirty="0"/>
          </a:p>
        </p:txBody>
      </p:sp>
      <p:sp>
        <p:nvSpPr>
          <p:cNvPr id="20" name="Shape 18"/>
          <p:cNvSpPr/>
          <p:nvPr/>
        </p:nvSpPr>
        <p:spPr>
          <a:xfrm>
            <a:off x="7059168" y="351129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0336" y="3438144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vulnerabilities and secrets</a:t>
            </a:r>
            <a:endParaRPr lang="en-US" sz="1480" dirty="0"/>
          </a:p>
        </p:txBody>
      </p:sp>
      <p:sp>
        <p:nvSpPr>
          <p:cNvPr id="22" name="Shape 20"/>
          <p:cNvSpPr/>
          <p:nvPr/>
        </p:nvSpPr>
        <p:spPr>
          <a:xfrm>
            <a:off x="7059168" y="389534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0336" y="3822192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and maintainability debt</a:t>
            </a:r>
            <a:endParaRPr lang="en-US" sz="1480" dirty="0"/>
          </a:p>
        </p:txBody>
      </p:sp>
      <p:sp>
        <p:nvSpPr>
          <p:cNvPr id="24" name="Shape 22"/>
          <p:cNvSpPr/>
          <p:nvPr/>
        </p:nvSpPr>
        <p:spPr>
          <a:xfrm>
            <a:off x="7059168" y="427939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0336" y="420624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remediation guidance</a:t>
            </a:r>
            <a:endParaRPr lang="en-US" sz="1480" dirty="0"/>
          </a:p>
        </p:txBody>
      </p:sp>
      <p:sp>
        <p:nvSpPr>
          <p:cNvPr id="26" name="Text 24"/>
          <p:cNvSpPr/>
          <p:nvPr/>
        </p:nvSpPr>
        <p:spPr>
          <a:xfrm>
            <a:off x="4370832" y="53583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question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52928" y="5605272"/>
            <a:ext cx="6492240" cy="512064"/>
          </a:xfrm>
          <a:prstGeom prst="roundRect">
            <a:avLst>
              <a:gd name="adj" fmla="val 21429"/>
            </a:avLst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72384" y="5742432"/>
            <a:ext cx="6035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this code fail, expose risk, or become expensive to maintain?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265408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" y="6345936"/>
            <a:ext cx="108173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ROLLOUT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Standalone mode first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13232" y="135331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Low-friction adoption without connecting developers to the SonarQube server.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965960"/>
            <a:ext cx="10744200" cy="345643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386584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8488" y="23591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server account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18488" y="274320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token, project binding or user provisioning required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386584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84848" y="23591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feedback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84848" y="274320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appear as developers open, edit and save files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43000" y="3739896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8488" y="371246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rollout risk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18488" y="409651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VSIX deployment, local configuration only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3739896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371246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fixes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84848" y="409651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avoidable issues reaching PR review or CI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13232" y="5687568"/>
            <a:ext cx="10744200" cy="475488"/>
          </a:xfrm>
          <a:prstGeom prst="roundRect">
            <a:avLst>
              <a:gd name="adj" fmla="val 23077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824728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action: approve phase 1 as a standalone IDE rollout, then measure adoption and issue trends.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265408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6345936"/>
            <a:ext cx="108173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 constraint in our environment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13232" y="135331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extension has a bundled runtime, but endpoint security blocks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847088"/>
            <a:ext cx="480060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221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requirements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78992" y="283464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7614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 1.99.3 or newer</a:t>
            </a:r>
            <a:endParaRPr lang="en-US" sz="1470" dirty="0"/>
          </a:p>
        </p:txBody>
      </p:sp>
      <p:sp>
        <p:nvSpPr>
          <p:cNvPr id="10" name="Shape 8"/>
          <p:cNvSpPr/>
          <p:nvPr/>
        </p:nvSpPr>
        <p:spPr>
          <a:xfrm>
            <a:off x="1078992" y="321868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14553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SonarQube for IDE VSIX</a:t>
            </a:r>
            <a:endParaRPr lang="en-US" sz="1470" dirty="0"/>
          </a:p>
        </p:txBody>
      </p:sp>
      <p:sp>
        <p:nvSpPr>
          <p:cNvPr id="12" name="Shape 10"/>
          <p:cNvSpPr/>
          <p:nvPr/>
        </p:nvSpPr>
        <p:spPr>
          <a:xfrm>
            <a:off x="1078992" y="360273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52958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for JS / TS / CSS</a:t>
            </a:r>
            <a:endParaRPr lang="en-US" sz="1470" dirty="0"/>
          </a:p>
        </p:txBody>
      </p:sp>
      <p:sp>
        <p:nvSpPr>
          <p:cNvPr id="14" name="Shape 12"/>
          <p:cNvSpPr/>
          <p:nvPr/>
        </p:nvSpPr>
        <p:spPr>
          <a:xfrm>
            <a:off x="1078992" y="398678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91363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tooling as needed</a:t>
            </a:r>
            <a:endParaRPr lang="en-US" sz="1470" dirty="0"/>
          </a:p>
        </p:txBody>
      </p:sp>
      <p:sp>
        <p:nvSpPr>
          <p:cNvPr id="16" name="Shape 14"/>
          <p:cNvSpPr/>
          <p:nvPr/>
        </p:nvSpPr>
        <p:spPr>
          <a:xfrm>
            <a:off x="6656832" y="1847088"/>
            <a:ext cx="4800600" cy="3383280"/>
          </a:xfrm>
          <a:prstGeom prst="roundRect">
            <a:avLst>
              <a:gd name="adj" fmla="val 4865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2221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local fix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04304" y="2651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approved JDK 21 and point the extension to it using User Settings JSON.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022592" y="333756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6912" y="3547872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"sonarlint.ls.javaHome":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"C:\\Program Files\\Java\\jdk-21"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" y="5577840"/>
            <a:ext cx="10744200" cy="612648"/>
          </a:xfrm>
          <a:prstGeom prst="roundRect">
            <a:avLst>
              <a:gd name="adj" fmla="val 17910"/>
            </a:avLst>
          </a:prstGeom>
          <a:solidFill>
            <a:srgbClr val="FEF2F2"/>
          </a:solidFill>
          <a:ln w="12700">
            <a:solidFill>
              <a:srgbClr val="FEF2F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5788152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99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needed: approve JDK 21 packaging + VS Code User Settings JSON as part of the extension deployment.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1265408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6345936"/>
            <a:ext cx="108173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754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Issues appear exactly where developers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813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VS Code view: issue highlight, severity, rule ID and remediation context in the SonarQube panel.</a:t>
            </a:r>
            <a:endParaRPr lang="en-US" sz="1250" dirty="0"/>
          </a:p>
        </p:txBody>
      </p:sp>
      <p:pic>
        <p:nvPicPr>
          <p:cNvPr id="6" name="Image 0" descr="/mnt/data/a_wide_screenshot_of_a_dark_themed_code_editor_vi.png">    </p:cNvPr>
          <p:cNvPicPr>
            <a:picLocks noChangeAspect="1"/>
          </p:cNvPicPr>
          <p:nvPr/>
        </p:nvPicPr>
        <p:blipFill>
          <a:blip r:embed="rId1"/>
          <a:srcRect l="0" r="0" t="15685" b="15685"/>
          <a:stretch/>
        </p:blipFill>
        <p:spPr>
          <a:xfrm>
            <a:off x="713232" y="1901952"/>
            <a:ext cx="10771632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6272784"/>
            <a:ext cx="3703320" cy="338328"/>
          </a:xfrm>
          <a:prstGeom prst="roundRect">
            <a:avLst>
              <a:gd name="adj" fmla="val 21622"/>
            </a:avLst>
          </a:prstGeom>
          <a:solidFill>
            <a:srgbClr val="14B8A6">
              <a:alpha val="8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6382512"/>
            <a:ext cx="3291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developer gets: risk + rule + fix path, before PR.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11265408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PATH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Standalone now. Connected mode later.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13232" y="135331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value we can deploy cleanly today.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901952"/>
            <a:ext cx="5102352" cy="340156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45936" y="1901952"/>
            <a:ext cx="5102352" cy="340156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2494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Standalone mode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25112" y="224942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327148"/>
            <a:ext cx="694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60704" y="299923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292608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server connection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060704" y="338328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331012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user/token setup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60704" y="376732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369417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IDE rules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060704" y="41513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4078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deployment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060704" y="453542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4462272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 for current Community Build constraint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65976" y="2249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mode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985248" y="2249424"/>
            <a:ext cx="786384" cy="310896"/>
          </a:xfrm>
          <a:prstGeom prst="roundRect">
            <a:avLst>
              <a:gd name="adj" fmla="val 35294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4976" y="2327148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93408" y="299923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292608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project binding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693408" y="338328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331012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token per developer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693408" y="376732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94576" y="369417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rule/profile sync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693408" y="41513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4078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team consistency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693408" y="453542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94576" y="4462272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access model and administration plan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713232" y="5596128"/>
            <a:ext cx="10744200" cy="566928"/>
          </a:xfrm>
          <a:prstGeom prst="roundRect">
            <a:avLst>
              <a:gd name="adj" fmla="val 19355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579729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CTO ask: approve standalone rollout first; revisit connected mode after user provisioning and server-governance constraints are solved.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265408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5800" y="6345936"/>
            <a:ext cx="108173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SonarQube for IDE — Standalone Rollout</dc:title>
  <dc:subject>SonarQube for IDE rollout proposal</dc:subject>
  <dc:creator>OpenAI</dc:creator>
  <cp:lastModifiedBy>OpenAI</cp:lastModifiedBy>
  <cp:revision>1</cp:revision>
  <dcterms:created xsi:type="dcterms:W3CDTF">2026-08-03T05:43:24Z</dcterms:created>
  <dcterms:modified xsi:type="dcterms:W3CDTF">2026-08-03T05:43:24Z</dcterms:modified>
</cp:coreProperties>
</file>